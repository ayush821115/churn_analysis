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6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BB18-BBCB-5112-193C-665936858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BF05B-1E17-87C6-E9FC-0429B3F31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D2DD6-CF81-B1BD-5C5F-A625308DD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F72FA-8D52-D490-B2E4-851EFD69F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1255C-8A4B-FE9B-EC6D-66DBE9E8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5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10AE-71D6-D57F-07FF-21F6FA0C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3D0FD-D19A-AFA3-6C34-B1F6B825D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2684E-4A95-A94F-B71D-E20D61025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F2EBF-6F42-120D-4529-0F744E7DD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C0777-D3CC-436C-6768-ACB0C7EA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43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1804-FC24-672A-E98C-97B1C5BF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54295-7E94-8588-0A97-30DA64FD7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9D79D-C13A-99C0-BF2E-C3F3B13FA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3BDF0-9CFA-758E-109D-388142B05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91FCB-80D1-EA59-76A8-B3CCC072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49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7F94-7E00-57B0-A157-B0E5D02B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C1AE2-6F10-7A54-0E5B-B2C867917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52826-1E69-DB85-4278-FB11AC94A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C6789-5EF0-A997-9A6C-B1E7A45A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501D6-E257-575A-C297-ED947D5E0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8C4CF-869B-F666-988F-EE5224CB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55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7F589-4BE2-B7D4-9839-BF318E2A0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7EB2C-67C1-6F8C-D211-F23696676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94EE6-7531-F237-E055-2F67CF14C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48239-EA33-FF04-AEE8-AA86D5766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99474-5107-F3A9-4C55-7F25FEA97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BABA3-0EDA-0C6B-00D8-69C1D91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D5782-E9AC-A46A-0C78-17AF112A3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FAE9C-F377-C6A1-DFAB-021CE9C9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0471-9848-FBDC-F3EC-07E1E2C8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9A288-07B2-05D6-74B7-3F264453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E94E9B-45BF-4BCB-9D0B-50527274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B8748-5EA6-C547-9560-1D919D8D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77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7FE3A8-6C96-F628-C78B-405204CA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5CD2E-90C8-3D16-D55F-0BF618F2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105FD-9B2F-5109-E2FA-46D24DCF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0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2BA05-6076-0D6D-1BD2-D4873FA6C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AC2A2-9724-3A79-8ED9-548841868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1C5CA-11F6-9D63-4233-4275315BD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1EDF4-895E-326E-C132-9EB48AD96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BB159-5321-D4A1-47A4-BD1DA6BC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17D40-B650-D116-91C9-BEDA35DC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9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EF2C-DC0F-CCD5-9F4F-1E2870FE9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9B493A-F103-77C1-BC13-B17947785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5C0BD-307D-6756-172C-615B7FA7E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62133-B796-A39C-8630-4AD646C38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0ED20-FAEB-F383-7715-9E0306A40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401F7-BF97-0EA7-A152-16D6C01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1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69BA-E590-7117-D2AA-F3C94DDE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CA08F3-55F1-B97F-D0E9-6C2115BD3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53202-B2AB-7FC3-1060-C71E93AC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85FC-F355-0396-D8F9-F54C7024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3D3FC-FC7E-C5E2-3413-2BC06C49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9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D7B91-1C40-B0CE-8579-4BDC478F7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59083-1917-5F74-D26A-A8BC27D64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12117-B261-DAD5-6D11-E6DF68B3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1CCBF-EC58-D07C-2721-B1C01D9F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3C3F8-567A-8204-38F2-824664C5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90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284FE-3AB7-7C0E-31C8-F532FFA70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66E07-B668-96D2-01B0-1072A496E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BBBDA-C4F1-C4DF-34B0-8685A8D6C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49858-1C5F-4480-9CC5-22C23D571A2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E4F54-5591-9F03-B2BC-89FAEF800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9E2B2-2A58-9DFC-8856-46D41F79C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64018-6C7C-49AD-98D9-16E225982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2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6526B0-2E4E-E265-65D4-A9475DAD35C8}"/>
              </a:ext>
            </a:extLst>
          </p:cNvPr>
          <p:cNvSpPr/>
          <p:nvPr/>
        </p:nvSpPr>
        <p:spPr>
          <a:xfrm>
            <a:off x="118188" y="765109"/>
            <a:ext cx="11983616" cy="1474237"/>
          </a:xfrm>
          <a:prstGeom prst="roundRect">
            <a:avLst/>
          </a:prstGeom>
          <a:solidFill>
            <a:srgbClr val="6560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75ABA4-0DF7-A6FE-9C4A-DE3E87B3D055}"/>
              </a:ext>
            </a:extLst>
          </p:cNvPr>
          <p:cNvCxnSpPr/>
          <p:nvPr/>
        </p:nvCxnSpPr>
        <p:spPr>
          <a:xfrm>
            <a:off x="2062066" y="1082351"/>
            <a:ext cx="0" cy="7744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0488AA-B25A-4B31-40E0-02C62C8E74D4}"/>
              </a:ext>
            </a:extLst>
          </p:cNvPr>
          <p:cNvCxnSpPr/>
          <p:nvPr/>
        </p:nvCxnSpPr>
        <p:spPr>
          <a:xfrm>
            <a:off x="3895344" y="1082351"/>
            <a:ext cx="0" cy="7744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8031BD-2996-FA06-1671-FC610F9DB7FA}"/>
              </a:ext>
            </a:extLst>
          </p:cNvPr>
          <p:cNvCxnSpPr/>
          <p:nvPr/>
        </p:nvCxnSpPr>
        <p:spPr>
          <a:xfrm>
            <a:off x="5724144" y="1082351"/>
            <a:ext cx="0" cy="7744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8B70C0-AFA7-8C8E-BBC4-E1E9C92EA9A0}"/>
              </a:ext>
            </a:extLst>
          </p:cNvPr>
          <p:cNvSpPr/>
          <p:nvPr/>
        </p:nvSpPr>
        <p:spPr>
          <a:xfrm>
            <a:off x="82421" y="2332652"/>
            <a:ext cx="6290387" cy="1726163"/>
          </a:xfrm>
          <a:prstGeom prst="roundRect">
            <a:avLst/>
          </a:prstGeom>
          <a:solidFill>
            <a:schemeClr val="bg1"/>
          </a:solidFill>
          <a:ln>
            <a:solidFill>
              <a:srgbClr val="6560F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416ABB-431F-D0E8-E30A-6E4452D2941F}"/>
              </a:ext>
            </a:extLst>
          </p:cNvPr>
          <p:cNvSpPr/>
          <p:nvPr/>
        </p:nvSpPr>
        <p:spPr>
          <a:xfrm>
            <a:off x="82420" y="4189444"/>
            <a:ext cx="6290387" cy="2578359"/>
          </a:xfrm>
          <a:prstGeom prst="roundRect">
            <a:avLst/>
          </a:prstGeom>
          <a:solidFill>
            <a:schemeClr val="bg1"/>
          </a:solidFill>
          <a:ln>
            <a:solidFill>
              <a:srgbClr val="6560F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21D048-49B4-AF70-7C9A-19DC063301EA}"/>
              </a:ext>
            </a:extLst>
          </p:cNvPr>
          <p:cNvSpPr/>
          <p:nvPr/>
        </p:nvSpPr>
        <p:spPr>
          <a:xfrm>
            <a:off x="6455226" y="2332651"/>
            <a:ext cx="2464840" cy="1726163"/>
          </a:xfrm>
          <a:prstGeom prst="roundRect">
            <a:avLst/>
          </a:prstGeom>
          <a:solidFill>
            <a:schemeClr val="bg1"/>
          </a:solidFill>
          <a:ln>
            <a:solidFill>
              <a:srgbClr val="6560F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6D316E9-7E6C-4E39-6DFA-5A050C8B2B3D}"/>
              </a:ext>
            </a:extLst>
          </p:cNvPr>
          <p:cNvSpPr/>
          <p:nvPr/>
        </p:nvSpPr>
        <p:spPr>
          <a:xfrm>
            <a:off x="6455226" y="4189443"/>
            <a:ext cx="2464839" cy="2578359"/>
          </a:xfrm>
          <a:prstGeom prst="roundRect">
            <a:avLst/>
          </a:prstGeom>
          <a:solidFill>
            <a:schemeClr val="bg1"/>
          </a:solidFill>
          <a:ln>
            <a:solidFill>
              <a:srgbClr val="6560F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5FB26C-BAB5-2DC0-AB04-3906265577C3}"/>
              </a:ext>
            </a:extLst>
          </p:cNvPr>
          <p:cNvSpPr/>
          <p:nvPr/>
        </p:nvSpPr>
        <p:spPr>
          <a:xfrm>
            <a:off x="9016480" y="2327986"/>
            <a:ext cx="3085323" cy="4439816"/>
          </a:xfrm>
          <a:prstGeom prst="roundRect">
            <a:avLst/>
          </a:prstGeom>
          <a:solidFill>
            <a:schemeClr val="bg1"/>
          </a:solidFill>
          <a:ln>
            <a:solidFill>
              <a:srgbClr val="6560F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0623A10-ADFE-28C0-19D3-EF815B9751DB}"/>
              </a:ext>
            </a:extLst>
          </p:cNvPr>
          <p:cNvSpPr/>
          <p:nvPr/>
        </p:nvSpPr>
        <p:spPr>
          <a:xfrm rot="16200000">
            <a:off x="-616988" y="3128862"/>
            <a:ext cx="1414369" cy="13373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DEMOGRAPHIC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F315E7-C2A4-05B9-E8B5-9B747F368072}"/>
              </a:ext>
            </a:extLst>
          </p:cNvPr>
          <p:cNvSpPr/>
          <p:nvPr/>
        </p:nvSpPr>
        <p:spPr>
          <a:xfrm>
            <a:off x="6372808" y="2332651"/>
            <a:ext cx="2547258" cy="1726163"/>
          </a:xfrm>
          <a:prstGeom prst="roundRect">
            <a:avLst/>
          </a:prstGeom>
          <a:solidFill>
            <a:schemeClr val="bg1"/>
          </a:solidFill>
          <a:ln>
            <a:solidFill>
              <a:srgbClr val="6560F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57689F4-50AB-D9A2-63B5-F6F2B7DDD5FE}"/>
              </a:ext>
            </a:extLst>
          </p:cNvPr>
          <p:cNvSpPr/>
          <p:nvPr/>
        </p:nvSpPr>
        <p:spPr>
          <a:xfrm rot="16200000">
            <a:off x="-588997" y="5331663"/>
            <a:ext cx="1414369" cy="13373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ACCOUNT INFO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5D4EB51-5372-2D28-7B84-67565F725EE0}"/>
              </a:ext>
            </a:extLst>
          </p:cNvPr>
          <p:cNvSpPr/>
          <p:nvPr/>
        </p:nvSpPr>
        <p:spPr>
          <a:xfrm>
            <a:off x="6939252" y="2261116"/>
            <a:ext cx="1414369" cy="13373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GEOGRAPHIC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EB7D44A-2726-A4C2-71AB-ACCBF734754D}"/>
              </a:ext>
            </a:extLst>
          </p:cNvPr>
          <p:cNvSpPr/>
          <p:nvPr/>
        </p:nvSpPr>
        <p:spPr>
          <a:xfrm>
            <a:off x="6839336" y="4120043"/>
            <a:ext cx="1614199" cy="15318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CHURN DISTRIBUTION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AB1609E-A6F6-1EAD-1E92-8A0F673431E5}"/>
              </a:ext>
            </a:extLst>
          </p:cNvPr>
          <p:cNvSpPr/>
          <p:nvPr/>
        </p:nvSpPr>
        <p:spPr>
          <a:xfrm>
            <a:off x="9811911" y="2261116"/>
            <a:ext cx="1614199" cy="15318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SERVICES USED</a:t>
            </a:r>
          </a:p>
        </p:txBody>
      </p:sp>
    </p:spTree>
    <p:extLst>
      <p:ext uri="{BB962C8B-B14F-4D97-AF65-F5344CB8AC3E}">
        <p14:creationId xmlns:p14="http://schemas.microsoft.com/office/powerpoint/2010/main" val="2888671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Kumar</dc:creator>
  <cp:lastModifiedBy>Ayush Kumar</cp:lastModifiedBy>
  <cp:revision>1</cp:revision>
  <dcterms:created xsi:type="dcterms:W3CDTF">2026-03-20T06:46:12Z</dcterms:created>
  <dcterms:modified xsi:type="dcterms:W3CDTF">2026-03-20T06:46:34Z</dcterms:modified>
</cp:coreProperties>
</file>